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8288000" cy="10287000"/>
  <p:notesSz cx="6858000" cy="9144000"/>
  <p:embeddedFontLst>
    <p:embeddedFont>
      <p:font typeface="Amsterdam Four" panose="020B0604020202020204" charset="0"/>
      <p:regular r:id="rId3"/>
    </p:embeddedFont>
    <p:embeddedFont>
      <p:font typeface="Anton" pitchFamily="2" charset="0"/>
      <p:regular r:id="rId4"/>
    </p:embeddedFont>
    <p:embeddedFont>
      <p:font typeface="Open Sauce" panose="020B0604020202020204" charset="0"/>
      <p:regular r:id="rId5"/>
    </p:embeddedFont>
    <p:embeddedFont>
      <p:font typeface="Open Sauce Bold" panose="020B0604020202020204" charset="0"/>
      <p:regular r:id="rId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441" y="2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font" Target="fonts/font1.fntdata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microsoft.com/office/2016/11/relationships/changesInfo" Target="changesInfos/changesInfo1.xml"/><Relationship Id="rId5" Type="http://schemas.openxmlformats.org/officeDocument/2006/relationships/font" Target="fonts/font3.fntdata"/><Relationship Id="rId10" Type="http://schemas.openxmlformats.org/officeDocument/2006/relationships/tableStyles" Target="tableStyles.xml"/><Relationship Id="rId4" Type="http://schemas.openxmlformats.org/officeDocument/2006/relationships/font" Target="fonts/font2.fntdata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MER ZRAIQ - STUDENT" userId="cd71f7d3-0d3b-4862-8c99-f3206e818ede" providerId="ADAL" clId="{59C9EB47-FB0C-46F4-8239-5A92CEE3D551}"/>
    <pc:docChg chg="modSld">
      <pc:chgData name="TAMER ZRAIQ - STUDENT" userId="cd71f7d3-0d3b-4862-8c99-f3206e818ede" providerId="ADAL" clId="{59C9EB47-FB0C-46F4-8239-5A92CEE3D551}" dt="2026-04-27T16:39:04.447" v="1" actId="1076"/>
      <pc:docMkLst>
        <pc:docMk/>
      </pc:docMkLst>
      <pc:sldChg chg="modSp mod">
        <pc:chgData name="TAMER ZRAIQ - STUDENT" userId="cd71f7d3-0d3b-4862-8c99-f3206e818ede" providerId="ADAL" clId="{59C9EB47-FB0C-46F4-8239-5A92CEE3D551}" dt="2026-04-27T16:39:04.447" v="1" actId="1076"/>
        <pc:sldMkLst>
          <pc:docMk/>
          <pc:sldMk cId="0" sldId="256"/>
        </pc:sldMkLst>
        <pc:spChg chg="mod">
          <ac:chgData name="TAMER ZRAIQ - STUDENT" userId="cd71f7d3-0d3b-4862-8c99-f3206e818ede" providerId="ADAL" clId="{59C9EB47-FB0C-46F4-8239-5A92CEE3D551}" dt="2026-04-27T16:39:04.447" v="1" actId="1076"/>
          <ac:spMkLst>
            <pc:docMk/>
            <pc:sldMk cId="0" sldId="256"/>
            <ac:spMk id="17" creationId="{A7087CA7-32E1-C4A4-5158-C22EF542888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hyperlink" Target="https://canva.link/fapaegxadt0hio3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51434" b="-64615"/>
            </a:stretch>
          </a:blipFill>
        </p:spPr>
        <p:txBody>
          <a:bodyPr/>
          <a:lstStyle/>
          <a:p>
            <a:endParaRPr lang="en-IE"/>
          </a:p>
        </p:txBody>
      </p:sp>
      <p:sp>
        <p:nvSpPr>
          <p:cNvPr id="3" name="Freeform 3"/>
          <p:cNvSpPr/>
          <p:nvPr/>
        </p:nvSpPr>
        <p:spPr>
          <a:xfrm rot="-5400000">
            <a:off x="7764849" y="-460395"/>
            <a:ext cx="10287000" cy="11203663"/>
          </a:xfrm>
          <a:custGeom>
            <a:avLst/>
            <a:gdLst/>
            <a:ahLst/>
            <a:cxnLst/>
            <a:rect l="l" t="t" r="r" b="b"/>
            <a:pathLst>
              <a:path w="10287000" h="11203663">
                <a:moveTo>
                  <a:pt x="0" y="0"/>
                </a:moveTo>
                <a:lnTo>
                  <a:pt x="10287000" y="0"/>
                </a:lnTo>
                <a:lnTo>
                  <a:pt x="10287000" y="11203663"/>
                </a:lnTo>
                <a:lnTo>
                  <a:pt x="0" y="112036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E"/>
          </a:p>
        </p:txBody>
      </p:sp>
      <p:sp>
        <p:nvSpPr>
          <p:cNvPr id="4" name="Freeform 4"/>
          <p:cNvSpPr/>
          <p:nvPr/>
        </p:nvSpPr>
        <p:spPr>
          <a:xfrm>
            <a:off x="6973183" y="0"/>
            <a:ext cx="11314817" cy="4748918"/>
          </a:xfrm>
          <a:custGeom>
            <a:avLst/>
            <a:gdLst/>
            <a:ahLst/>
            <a:cxnLst/>
            <a:rect l="l" t="t" r="r" b="b"/>
            <a:pathLst>
              <a:path w="11314817" h="4748918">
                <a:moveTo>
                  <a:pt x="0" y="0"/>
                </a:moveTo>
                <a:lnTo>
                  <a:pt x="11314817" y="0"/>
                </a:lnTo>
                <a:lnTo>
                  <a:pt x="11314817" y="4748918"/>
                </a:lnTo>
                <a:lnTo>
                  <a:pt x="0" y="47489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28" b="-129778"/>
            </a:stretch>
          </a:blipFill>
        </p:spPr>
        <p:txBody>
          <a:bodyPr/>
          <a:lstStyle/>
          <a:p>
            <a:endParaRPr lang="en-IE"/>
          </a:p>
        </p:txBody>
      </p:sp>
      <p:sp>
        <p:nvSpPr>
          <p:cNvPr id="5" name="Freeform 5"/>
          <p:cNvSpPr/>
          <p:nvPr/>
        </p:nvSpPr>
        <p:spPr>
          <a:xfrm>
            <a:off x="5908962" y="5152703"/>
            <a:ext cx="13162547" cy="5303345"/>
          </a:xfrm>
          <a:custGeom>
            <a:avLst/>
            <a:gdLst/>
            <a:ahLst/>
            <a:cxnLst/>
            <a:rect l="l" t="t" r="r" b="b"/>
            <a:pathLst>
              <a:path w="13162547" h="5303345">
                <a:moveTo>
                  <a:pt x="0" y="0"/>
                </a:moveTo>
                <a:lnTo>
                  <a:pt x="13162547" y="0"/>
                </a:lnTo>
                <a:lnTo>
                  <a:pt x="13162547" y="5303344"/>
                </a:lnTo>
                <a:lnTo>
                  <a:pt x="0" y="53033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96141" r="-455"/>
            </a:stretch>
          </a:blipFill>
        </p:spPr>
        <p:txBody>
          <a:bodyPr/>
          <a:lstStyle/>
          <a:p>
            <a:endParaRPr lang="en-IE"/>
          </a:p>
        </p:txBody>
      </p:sp>
      <p:sp>
        <p:nvSpPr>
          <p:cNvPr id="6" name="TextBox 6"/>
          <p:cNvSpPr txBox="1"/>
          <p:nvPr/>
        </p:nvSpPr>
        <p:spPr>
          <a:xfrm>
            <a:off x="282985" y="1461113"/>
            <a:ext cx="17722030" cy="6627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195"/>
              </a:lnSpc>
            </a:pPr>
            <a:r>
              <a:rPr lang="en-US" sz="38710" spc="-967" dirty="0">
                <a:solidFill>
                  <a:srgbClr val="FFFAE5"/>
                </a:solidFill>
                <a:latin typeface="Anton"/>
                <a:ea typeface="Anton"/>
                <a:cs typeface="Anton"/>
                <a:sym typeface="Anton"/>
              </a:rPr>
              <a:t>AERODROP</a:t>
            </a:r>
          </a:p>
        </p:txBody>
      </p:sp>
      <p:sp>
        <p:nvSpPr>
          <p:cNvPr id="7" name="TextBox 7"/>
          <p:cNvSpPr txBox="1"/>
          <p:nvPr/>
        </p:nvSpPr>
        <p:spPr>
          <a:xfrm rot="-5400000">
            <a:off x="-865361" y="5719460"/>
            <a:ext cx="3750022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3131"/>
                </a:solidFill>
                <a:latin typeface="Open Sauce"/>
                <a:ea typeface="Open Sauce"/>
                <a:cs typeface="Open Sauce"/>
                <a:sym typeface="Open Sauce"/>
              </a:rPr>
              <a:t>AUTONOMOUS</a:t>
            </a:r>
          </a:p>
        </p:txBody>
      </p:sp>
      <p:sp>
        <p:nvSpPr>
          <p:cNvPr id="8" name="TextBox 8"/>
          <p:cNvSpPr txBox="1"/>
          <p:nvPr/>
        </p:nvSpPr>
        <p:spPr>
          <a:xfrm rot="-5400000">
            <a:off x="-865361" y="4007189"/>
            <a:ext cx="3750022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3131"/>
                </a:solidFill>
                <a:latin typeface="Open Sauce"/>
                <a:ea typeface="Open Sauce"/>
                <a:cs typeface="Open Sauce"/>
                <a:sym typeface="Open Sauce"/>
              </a:rPr>
              <a:t>INDOOR</a:t>
            </a:r>
          </a:p>
        </p:txBody>
      </p:sp>
      <p:sp>
        <p:nvSpPr>
          <p:cNvPr id="9" name="Freeform 9"/>
          <p:cNvSpPr/>
          <p:nvPr/>
        </p:nvSpPr>
        <p:spPr>
          <a:xfrm>
            <a:off x="348750" y="3204794"/>
            <a:ext cx="9625541" cy="3930111"/>
          </a:xfrm>
          <a:custGeom>
            <a:avLst/>
            <a:gdLst/>
            <a:ahLst/>
            <a:cxnLst/>
            <a:rect l="l" t="t" r="r" b="b"/>
            <a:pathLst>
              <a:path w="9625541" h="3930111">
                <a:moveTo>
                  <a:pt x="0" y="0"/>
                </a:moveTo>
                <a:lnTo>
                  <a:pt x="9625541" y="0"/>
                </a:lnTo>
                <a:lnTo>
                  <a:pt x="9625541" y="3930110"/>
                </a:lnTo>
                <a:lnTo>
                  <a:pt x="0" y="39301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7046" b="-161748"/>
            </a:stretch>
          </a:blipFill>
        </p:spPr>
        <p:txBody>
          <a:bodyPr/>
          <a:lstStyle/>
          <a:p>
            <a:endParaRPr lang="en-IE"/>
          </a:p>
        </p:txBody>
      </p:sp>
      <p:sp>
        <p:nvSpPr>
          <p:cNvPr id="10" name="TextBox 10"/>
          <p:cNvSpPr txBox="1"/>
          <p:nvPr/>
        </p:nvSpPr>
        <p:spPr>
          <a:xfrm>
            <a:off x="768694" y="9386697"/>
            <a:ext cx="3596167" cy="9003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331"/>
              </a:lnSpc>
            </a:pPr>
            <a:r>
              <a:rPr lang="en-US" sz="2100">
                <a:solidFill>
                  <a:srgbClr val="FFFAE5"/>
                </a:solidFill>
                <a:latin typeface="Open Sauce"/>
                <a:ea typeface="Open Sauce"/>
                <a:cs typeface="Open Sauce"/>
                <a:sym typeface="Open Sauce"/>
              </a:rPr>
              <a:t>PROJECT ENGINEERING</a:t>
            </a:r>
          </a:p>
          <a:p>
            <a:pPr algn="just">
              <a:lnSpc>
                <a:spcPts val="2331"/>
              </a:lnSpc>
            </a:pPr>
            <a:r>
              <a:rPr lang="en-US" sz="2100">
                <a:solidFill>
                  <a:srgbClr val="FFFAE5"/>
                </a:solidFill>
                <a:latin typeface="Open Sauce"/>
                <a:ea typeface="Open Sauce"/>
                <a:cs typeface="Open Sauce"/>
                <a:sym typeface="Open Sauce"/>
              </a:rPr>
              <a:t>ATU</a:t>
            </a:r>
          </a:p>
          <a:p>
            <a:pPr algn="just">
              <a:lnSpc>
                <a:spcPts val="2331"/>
              </a:lnSpc>
            </a:pPr>
            <a:endParaRPr lang="en-US" sz="2100">
              <a:solidFill>
                <a:srgbClr val="FFFAE5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11" name="TextBox 11"/>
          <p:cNvSpPr txBox="1"/>
          <p:nvPr/>
        </p:nvSpPr>
        <p:spPr>
          <a:xfrm rot="-5400000">
            <a:off x="13804500" y="4007189"/>
            <a:ext cx="3750022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3131"/>
                </a:solidFill>
                <a:latin typeface="Open Sauce"/>
                <a:ea typeface="Open Sauce"/>
                <a:cs typeface="Open Sauce"/>
                <a:sym typeface="Open Sauce"/>
              </a:rPr>
              <a:t>DRONE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68694" y="863906"/>
            <a:ext cx="2468726" cy="576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6"/>
              </a:lnSpc>
            </a:pPr>
            <a:r>
              <a:rPr lang="en-US" sz="4042">
                <a:solidFill>
                  <a:srgbClr val="FFFAE5"/>
                </a:solidFill>
                <a:latin typeface="Anton"/>
                <a:ea typeface="Anton"/>
                <a:cs typeface="Anton"/>
                <a:sym typeface="Anton"/>
              </a:rPr>
              <a:t>29/04/2026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68694" y="516053"/>
            <a:ext cx="3200790" cy="30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31"/>
              </a:lnSpc>
            </a:pPr>
            <a:r>
              <a:rPr lang="en-US" sz="2100">
                <a:solidFill>
                  <a:srgbClr val="FFFAE5"/>
                </a:solidFill>
                <a:latin typeface="Open Sauce"/>
                <a:ea typeface="Open Sauce"/>
                <a:cs typeface="Open Sauce"/>
                <a:sym typeface="Open Sauce"/>
              </a:rPr>
              <a:t>FOURTH YEAR PROJECT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06364" y="7348536"/>
            <a:ext cx="7232039" cy="208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65"/>
              </a:lnSpc>
            </a:pPr>
            <a:r>
              <a:rPr lang="en-US" sz="1799" b="1" dirty="0">
                <a:solidFill>
                  <a:srgbClr val="FFFAE5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AN AUTONOMOUS INDOOR DRONE FOR SEARCH AND RESCUE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087396" y="3797777"/>
            <a:ext cx="6113208" cy="18163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861"/>
              </a:lnSpc>
              <a:spcBef>
                <a:spcPct val="0"/>
              </a:spcBef>
            </a:pPr>
            <a:r>
              <a:rPr lang="en-US" sz="10615">
                <a:solidFill>
                  <a:srgbClr val="F63B05"/>
                </a:solidFill>
                <a:latin typeface="Amsterdam Four"/>
                <a:ea typeface="Amsterdam Four"/>
                <a:cs typeface="Amsterdam Four"/>
                <a:sym typeface="Amsterdam Four"/>
              </a:rPr>
              <a:t>Tamer Zraiq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7087CA7-32E1-C4A4-5158-C22EF5428885}"/>
              </a:ext>
            </a:extLst>
          </p:cNvPr>
          <p:cNvSpPr txBox="1"/>
          <p:nvPr/>
        </p:nvSpPr>
        <p:spPr>
          <a:xfrm>
            <a:off x="3798114" y="5794532"/>
            <a:ext cx="11053254" cy="830997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IE" sz="4800" b="1" dirty="0">
                <a:solidFill>
                  <a:srgbClr val="FFFAE5"/>
                </a:solidFill>
                <a:latin typeface="Open Sauce Bold"/>
                <a:hlinkClick r:id="rId7"/>
              </a:rPr>
              <a:t>https://canva.link/fapaegxadt0hio3</a:t>
            </a:r>
            <a:r>
              <a:rPr lang="en-IE" sz="4800" b="1" dirty="0">
                <a:solidFill>
                  <a:srgbClr val="FFFAE5"/>
                </a:solidFill>
                <a:latin typeface="Open Sauce Bold"/>
              </a:rPr>
              <a:t>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47855545-00bb-4800-a65f-e79104ec0fc4}" enabled="0" method="" siteId="{47855545-00bb-4800-a65f-e79104ec0fc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28</Words>
  <Application>Microsoft Office PowerPoint</Application>
  <PresentationFormat>Custom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Amsterdam Four</vt:lpstr>
      <vt:lpstr>Open Sauce</vt:lpstr>
      <vt:lpstr>Anton</vt:lpstr>
      <vt:lpstr>Open Sauce Bold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Orange and Black Bold Grunge Digital Marketing Presentation</dc:title>
  <cp:lastModifiedBy>TAMER ZRAIQ - STUDENT</cp:lastModifiedBy>
  <cp:revision>2</cp:revision>
  <dcterms:created xsi:type="dcterms:W3CDTF">2006-08-16T00:00:00Z</dcterms:created>
  <dcterms:modified xsi:type="dcterms:W3CDTF">2026-04-27T16:39:05Z</dcterms:modified>
  <dc:identifier>DAHHndn7Z8M</dc:identifier>
</cp:coreProperties>
</file>